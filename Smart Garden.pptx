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acc80ae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acc80ae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acc80ae6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acc80ae6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2fe275b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2fe275b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acc80ae6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acc80ae6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2fa6817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2fa6817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acc80ae6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acc80ae6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acc80ae6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acc80ae6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acc80ae6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acc80ae6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Nf76vzuz_oikV4BuuqgRA1HKEMuiLUbA/view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Garden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 Smith &amp; Jiana Kambo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Project Overview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Smart Garden is a connected device that: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Monitors temperature, humidity, soil moisture, light, and water level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Automates watering based on environmental conditions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Uses Arduino for real-time processing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Uses Raspberry Pi (LAMPI) as the front-end to interact with the system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Uses Django website to display real time data, show historical trends and also control the water pump and set threshold values.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Setup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16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Arduino collects data from: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Soil Moisture Sensor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Water Level Sensor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Light Sensor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DHT11 for Temperature and Humidity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Pump connected through a Relay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 API endpoint to communicate bi directional from the django website and the pi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Website shows information about the plant and lets you control the plant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Real-world testing with a live plant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pic>
        <p:nvPicPr>
          <p:cNvPr id="73" name="Google Shape;73;p16" title="LAMPI-final-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500" y="169263"/>
            <a:ext cx="1381000" cy="48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On the Pi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Serial communication over USB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JSON-formatted data exchanged every 2 seconds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Kivy UI on Raspberry Pi displays: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Moisture, Reservoir Level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User can toggle pump on/off via Pi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Shows if you are connected to Arduino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Only essential information shown here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425" y="950188"/>
            <a:ext cx="2307586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 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32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Shows real time data from the arduino unless not connected.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 water the plant manually from here as well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 change the preset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Shows what needs attention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Preset value used for smart watering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Shows graphical trends 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567" y="74025"/>
            <a:ext cx="5418665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Smart watering logic 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264650" y="760600"/>
            <a:ext cx="82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Uses running average of last 10 readings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Waits for moisture readings to stabilize before re-watering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Prevents overwatering caused by premature readings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Plant is happy vs not 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399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As long as the plant is above the soil moisture level we classify the plant is happy, if it is not that is </a:t>
            </a:r>
            <a:r>
              <a:rPr lang="en"/>
              <a:t>communicated</a:t>
            </a:r>
            <a:r>
              <a:rPr lang="en"/>
              <a:t> to the pi and the website and the user knows to give their plant the needed love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4075" y="661263"/>
            <a:ext cx="292941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106" name="Google Shape;106;p21" title="IMG_2270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1363" y="246275"/>
            <a:ext cx="6201275" cy="46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